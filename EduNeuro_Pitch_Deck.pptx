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320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EDUNEUR0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AFAFA"/>
                </a:solidFill>
              </a:rPr>
              <a:t>THE AI STUDY</a:t>
            </a:r>
          </a:p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AFAFA"/>
                </a:solidFill>
              </a:rPr>
              <a:t>COMPANION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4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A1A1AA"/>
                </a:solidFill>
              </a:rPr>
              <a:t>AI-powered study orchestration 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eduneuro.co.in   ·   September 2025   · 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2/13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73152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Meet Rahul — B.Tech CSE, GATE 2026 aspirant.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1A1AA"/>
                </a:solidFill>
              </a:rPr>
              <a:t>Every day he opens 6 apps: YouTube, PDFs, question bank, Pomodoro timer, spreadsheet, ChatGPT. By evening he's studied 8 hours but feels like he's going in circles.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FAFA"/>
                </a:solidFill>
              </a:rPr>
              <a:t>Students don't need more resources.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B82F6"/>
                </a:solidFill>
              </a:rPr>
              <a:t>They need a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YouTube   ·   Coaching   ·   PDFs   ·   ChatGPT   ·   Question Banks   ·   ✦  The Student  ✦   ·   Mock Tests   ·   Notes   ·   Timer   ·   Spreadsheet   ·   Peers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572000"/>
            <a:ext cx="411480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663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3B82F6"/>
                </a:solidFill>
              </a:rPr>
              <a:t>6–10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Different tools per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572000"/>
            <a:ext cx="411480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663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3B82F6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Systems that connect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A1A1AA"/>
                </a:solidFill>
              </a:rPr>
              <a:t>Students are forced to become their own learning operating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The missing layer is student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1717A"/>
                </a:solidFill>
              </a:rPr>
              <a:t>✕ 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Content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Tutoring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Planning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Practice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Focus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Analytics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71717A"/>
                </a:solidFill>
              </a:rPr>
              <a:t>All disconnected. Each knows one part.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5212080" cy="4114800"/>
          </a:xfrm>
          <a:prstGeom prst="rect">
            <a:avLst/>
          </a:prstGeom>
          <a:solidFill>
            <a:srgbClr val="13131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✓  EduNeuro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Student Intelligence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Full Study Loop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Context-Aware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Performance-Driven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Personalized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One system. One student. Complete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A1A1AA"/>
                </a:solidFill>
              </a:rPr>
              <a:t>Every tool knows one part of the workflow. EduNeuro is designed to understand the student.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The category is validating.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4/13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Duolingo 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AI-First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$1B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Revenue · 130M MAU · 10.9M paying subs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82880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828800"/>
            <a:ext cx="5486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Khanmigo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 Tutor · Khan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65K+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108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Students across 53 school districts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Quizlet Q-Chat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 Study Companion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Acquired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Coconote (AI note-taking) · Feb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79" y="402336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4023360"/>
            <a:ext cx="5486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AI in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Global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$5.82B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Projected by 2030 · 17.5% CAGR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Students are already paying for AI-powered learning companions. Duolingo proved the subscription model works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One system for the complete study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5/13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821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821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55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5736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5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325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25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6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ADAPT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114800"/>
            <a:ext cx="2286000" cy="2286000"/>
          </a:xfrm>
          <a:prstGeom prst="rect">
            <a:avLst/>
          </a:prstGeom>
          <a:solidFill>
            <a:srgbClr val="09090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B82F6"/>
                </a:solidFill>
              </a:rPr>
              <a:t>Student
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The platform continuously uses context, performance, behaviour and study history to personalize what comes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FAFA"/>
                </a:solidFill>
              </a:rPr>
              <a:t>Built around the way students actually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6/13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AI Study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Intelligent scheduling that adapts to your pace, goals, and performance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AI Doubt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Context-aware tutoring that understands your syllabus, branch, and current topic.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Virtual Library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Collaborative study environment with rooms, focus timers, and peer presence.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GATE Practice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096511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Branch-aware practice with ECE/CSE/IN syllabi and year-wise trend analysis.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Learning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4096511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Real-time insights into study behaviour, topic mastery, and progress tracking.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Focus &amp; Pomodoro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9920" y="4096511"/>
            <a:ext cx="8229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BUILDING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AI-powered distraction management and adaptive break scheduling.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Students are already showing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7/13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505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Visitors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Unique visitors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3,093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Page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Total engagement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~400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Peak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Daily active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250K+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Organic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Social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Open beta   ·   Organic acquisition   ·   Pre-revenue   ·   Strong early demand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224,764 views   ·   +1,840 followers   ·   23,415 interactions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Social media analytics · eduneuro.co.in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USER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Early users are not just curious.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8/13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A1A1AA"/>
                </a:solidFill>
              </a:rPr>
              <a:t>100+ respondents indicated willingness to pay for deeper access to the platform — before any monetization was introduced.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212080" cy="3200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212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Willingness to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3B82F6"/>
                </a:solidFill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Survey respondents across BTech, MCA, ECE, CSE, Civil, Biotechnology and other branches indicated monthly willingness to pay ranging from ₹100 to ₹500+ for platform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212080" cy="3200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017520"/>
            <a:ext cx="52120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User Diversity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3B82F6"/>
                </a:solidFill>
              </a:rPr>
              <a:t>Multiple
Branches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Respondents span Electrical, CSE, IT, Civil, Biotechnology, ECE, and more — indicating cross-branch appeal beyond a single exam category before any targeted marketing.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WTP Distribution: ₹100–₹500/month   ·   Median: ₹325–₹350   ·   100+ of 126 willing to pay ≥ ₹100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A focused wedge into a massive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9/13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GATE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High-intent students actively investing in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7451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~1L registrations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09728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Competitive Exams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JEE, NEET, UPSC, CAT, SSC, 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50L+ candidates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Student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All Indian higher-education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17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4Cr+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1717A"/>
                </a:solidFill>
              </a:rPr>
              <a:t>Addressable Market — Bottom-Up Calculation (GATE)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90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GATE serious 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190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A1A1AA"/>
                </a:solidFill>
              </a:rPr>
              <a:t>~50,000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379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× Avg WTP /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537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A1A1AA"/>
                </a:solidFill>
              </a:rPr>
              <a:t>₹3,600 (₹300/mo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867144"/>
            <a:ext cx="11064240" cy="347472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88543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AFAFA"/>
                </a:solidFill>
              </a:rPr>
              <a:t>GATE-only addressable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8854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3B82F6"/>
                </a:solidFill>
              </a:rPr>
              <a:t>~₹18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7214616"/>
            <a:ext cx="11064240" cy="347472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72329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AFAFA"/>
                </a:solidFill>
              </a:rPr>
              <a:t>Cross-exam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7232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3B82F6"/>
                </a:solidFill>
              </a:rPr>
              <a:t>₹100s of Crores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AFAFA"/>
                </a:solidFill>
              </a:rPr>
              <a:t>Not competing with everyone. Connecting the whole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10/13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1A1AA"/>
                </a:solidFill>
              </a:rPr>
              <a:t>No one is optimising the full study loop. That is the opening.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Unacademy / PW / Testbook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128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Content + Coaching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128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Content libraries, live classes, mock tests. Strong on delivery, weak on personalisation.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79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644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ChatGPT /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6440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Open-ended AI Tutoring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6440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Reasoning, general knowledge, open Q&amp;A. Not exam-specialised, no curriculum map.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Notion /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1596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Study Productivity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31596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Notes &amp; focus timers. No adaptive engine, no exam-specific intelligence.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09090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6752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B82F6"/>
                </a:solidFill>
              </a:rPr>
              <a:t>EduNeuro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67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Study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675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Full-loop adaptive study platform: plans → content → practice → focus → analytics — personalised per student.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EduNeuro is not trying to beat every competitor. It is trying to connect the entire study workflow around the individual student.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Start focused. Expand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11/13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36576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9090B"/>
                </a:solidFill>
              </a:rPr>
              <a:t>Phase 1 ·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AFAFA"/>
                </a:solidFill>
              </a:rPr>
              <a:t>GATE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Deep integration with GATE syllabi, branch-specific practice, trend analysis, and study planning for CSE, ECE, IN. High-intent users who actively invest in preparation.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1L+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Registrations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~50K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Serious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691640"/>
            <a:ext cx="5486400" cy="36576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69164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59" y="1828800"/>
            <a:ext cx="20116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9090B"/>
                </a:solidFill>
              </a:rPr>
              <a:t>Phase 2 · 6–12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331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AFAFA"/>
                </a:solidFill>
              </a:rPr>
              <a:t>Expansion 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Leverage the same student intelligence layer for JEE, NEET, UPSC, CAT. The orchestration engine is exam-agnostic.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59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50L+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399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Combined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Multi-exam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Same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Organic Social   ·   Content Marketing   ·   Community   ·   University Outreach   ·   Student Ambassadors   ·   Referral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Building the student intelligence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743200" cy="3840480"/>
          </a:xfrm>
          <a:prstGeom prst="rect">
            <a:avLst/>
          </a:prstGeom>
          <a:solidFill>
            <a:srgbClr val="13131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GATE CSE / ECE /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AI Study 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Virtual Library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AI Doubt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5778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Organic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6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JEE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NEET Module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Focus &amp; Pomodoro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Monetization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12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UPSC / 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Advanced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Peer Learning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Mobile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18+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6404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AI Tutoring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Adaptive Engine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Multi-language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4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Platform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887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0" b="1" i="0">
                <a:solidFill>
                  <a:srgbClr val="101428"/>
                </a:solidFill>
              </a:rPr>
              <a:t>4Cr+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AFAFA"/>
                </a:solidFill>
              </a:rPr>
              <a:t>students. One platform. Infinite potential.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A1A1AA"/>
                </a:solidFill>
              </a:rPr>
              <a:t>EduNeuro is building the operating system for how India's students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🧠  AI-NATIVE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Adaptive by design — not bolted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📱 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Built for the smartphone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🇮🇳  INDIA-DEEP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Curricula, languages, exam patterns — local at every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31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B82F6"/>
                </a:solidFill>
              </a:rPr>
              <a:t>eduneuro.co.in  ·  hello@eduneuro.co.in  ·  linkedin.com/company/eduneuro  ·  @eduneuro_ai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1717A"/>
                </a:solidFill>
              </a:rPr>
              <a:t>Confidential · For discussion purposes only · EduNeuro Technologies Pvt. Ltd. · September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